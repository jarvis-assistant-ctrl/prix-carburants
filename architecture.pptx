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Prix Carburants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Architecture VPS OVH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https://prix-carburant.webhop.net | Déployé le 11/03/2026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🏗️ Architecture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            VPS OVH                     │</a:t>
            </a:r>
            <a:br/>
            <a:r>
              <a:t>│         (DDoS Protection)               │</a:t>
            </a:r>
            <a:br/>
            <a:r>
              <a:t>│                                          │</a:t>
            </a:r>
            <a:br/>
            <a:r>
              <a:t>│  ┌─────────┐     ┌─────────────────┐    │</a:t>
            </a:r>
            <a:br/>
            <a:r>
              <a:t>│  │  nginx  │────▶│  Node.js App    │    │</a:t>
            </a:r>
            <a:br/>
            <a:r>
              <a:t>│  │  :443   │     │  Express + SQLite│    │</a:t>
            </a:r>
            <a:br/>
            <a:r>
              <a:t>│  │  :80    │     │  :3200           │    │</a:t>
            </a:r>
            <a:br/>
            <a:r>
              <a:t>│  │         │     │                  │    │</a:t>
            </a:r>
            <a:br/>
            <a:r>
              <a:t>│  │ HTTPS   │     │  9837 stations  │    │</a:t>
            </a:r>
            <a:br/>
            <a:r>
              <a:t>│  │ Rate    │     │  33k+ entrées    │    │</a:t>
            </a:r>
            <a:br/>
            <a:r>
              <a:t>│  │ Limiting│     └─────────────────┘    │</a:t>
            </a:r>
            <a:br/>
            <a:r>
              <a:t>│  └─────────┘                           │</a:t>
            </a:r>
            <a:br/>
            <a:r>
              <a:t>└─────────────────────────────────────────┘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📦 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Runtime: Node.js 18 (slim)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Framework: Express.js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Base de données: SQLite3 (169MB)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Reverse Proxy: nginx:alpine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SSL: Let's Encrypt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Container: 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Source données: donnees.roulez-eco.fr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🔄 Flux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>
                <a:latin typeface="Courier New"/>
              </a:defRPr>
            </a:pPr>
            <a:r>
              <a:t>┌──────────────┐</a:t>
            </a:r>
            <a:br/>
            <a:r>
              <a:t>│  Utilisateur │</a:t>
            </a:r>
            <a:br/>
            <a:r>
              <a:t>│  (Mobile/PC) │</a:t>
            </a:r>
            <a:br/>
            <a:r>
              <a:t>└──────┬───────┘</a:t>
            </a:r>
            <a:br/>
            <a:r>
              <a:t>       │ HTTPS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   nginx     │  ← Rate limiting, Security headers</a:t>
            </a:r>
            <a:br/>
            <a:r>
              <a:t>│    :443      │</a:t>
            </a:r>
            <a:br/>
            <a:r>
              <a:t>└──────┬───────┘</a:t>
            </a:r>
            <a:br/>
            <a:r>
              <a:t>       │ proxy_pass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  Express    │  ← API REST + Pages statiques</a:t>
            </a:r>
            <a:br/>
            <a:r>
              <a:t>│    :3200     │</a:t>
            </a:r>
            <a:br/>
            <a:r>
              <a:t>└──────┬───────┘</a:t>
            </a:r>
            <a:br/>
            <a:r>
              <a:t>       │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  SQLite     │  ← 9837 stations, historique</a:t>
            </a:r>
            <a:br/>
            <a:r>
              <a:t>│   (169MB)    │</a:t>
            </a:r>
            <a:br/>
            <a:r>
              <a:t>└──────────────┘</a:t>
            </a:r>
            <a:br/>
            <a:br/>
            <a:r>
              <a:t>Collecte automatique: chaque heure à l'heure pile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🌐 Endpoints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ourier New"/>
              </a:defRPr>
            </a:pPr>
            <a:r>
              <a:t>GET /              → Page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ourier New"/>
              </a:defRPr>
            </a:pPr>
            <a:r>
              <a:t>GET /api/health    → Health check (status, version, stations)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ourier New"/>
              </a:defRPr>
            </a:pPr>
            <a:r>
              <a:t>GET /api/stations  → Liste des stations (avec filtres)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ourier New"/>
              </a:defRPr>
            </a:pPr>
            <a:r>
              <a:t>GET /api/station/:id → Détails d'une 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ourier New"/>
              </a:defRPr>
            </a:pPr>
            <a:r>
              <a:t>GET /api/search    → Recherche par position &amp; rayon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ourier New"/>
              </a:defRPr>
            </a:pPr>
            <a:r>
              <a:t>POST /api/collect  → Déclenche la collecte (admin)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🚀 Commandes de Déploiement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latin typeface="Courier New"/>
              </a:defRPr>
            </a:pPr>
            <a:r>
              <a:t># Build &amp; Start</a:t>
            </a:r>
            <a:br/>
            <a:r>
              <a:t>docker-compose up -d --build</a:t>
            </a:r>
            <a:br/>
            <a:br/>
            <a:r>
              <a:t># Vérifier le statut</a:t>
            </a:r>
            <a:br/>
            <a:r>
              <a:t>docker-compose ps</a:t>
            </a:r>
            <a:br/>
            <a:r>
              <a:t>curl http://localhost/api/health</a:t>
            </a:r>
            <a:br/>
            <a:br/>
            <a:r>
              <a:t># Logs</a:t>
            </a:r>
            <a:br/>
            <a:r>
              <a:t>docker-compose logs -f app</a:t>
            </a:r>
            <a:br/>
            <a:br/>
            <a:r>
              <a:t># Mettre à jour</a:t>
            </a:r>
            <a:br/>
            <a:r>
              <a:t>git pull</a:t>
            </a:r>
            <a:br/>
            <a:r>
              <a:t>docker-compose up -d --build</a:t>
            </a:r>
            <a:br/>
            <a:br/>
            <a:r>
              <a:t># Backup DB</a:t>
            </a:r>
            <a:br/>
            <a:r>
              <a:t>cp data/prix-carburants.db backup-$(date +%Y%m%d).db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📊 Ressources &amp; Performances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• RAM: ~100MB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• CPU: 0.1 core au repos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• Disque: ~50MB + DB (169MB)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• Démarrage: ~5 secondes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• Temps de réponse: &lt;50ms (API)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1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• Concurrent users: 100+ (rate limiting)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🔒 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HTTPS Let's Encrypt (certificat valide)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Rate limiting API (10 req/s, burst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Security headers (X-Frame-Options, XSS-Protection)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Base de données non exposée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Container isolation (Docker)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Logs séparés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✓ Certificats exclus du repo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